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CPeak; SAP finans modülleri, bulut mimarisi ve uygulamalı yapay zeka üzerine çalışan bağımsız bir danışmanlık şirketidir. 2021, İstanbul.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finans modülleri ve bulut mimarisi dışına çıkmaz; zor kısmı taşerona vermez.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Etkisi en uzun süren kararlar, en az veriye sahip olunan anda alınır.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alan birleşir ve birbirini besler; konumlanma bu kesişimdedir.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ölçer, sonra öneririz.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Bulut modelinde tarafsızlık: uygunluk standart kapsamla ölçülür, gerekçe yazılı bırakılır.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adım; her adım tanımlı bir çıktıyla kapanır.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Yetkinlik → eylem → sonuç.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yetkinlik alanı, müşterinin geldiği soru üzerinden.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Yapay zeka hem teslim edilen sistemde hem çalışma yönteminde; insan denetimi sınırı açıkça yazılı.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Üstlenilmeyen işler, iddia edilen odağın gerçek olduğunu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Değerlendirme, proje teslimi, uzman desteği.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CPeak’in yayımladığı referans logoları. Müşteri adı veya sonuç iddiası eklenmemiştir.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argümanı ve iletişim. Bir iş günü içinde dönüş.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 ·  BULUT MİMARİSİ  ·  UYGULAMALI YAPAY ZEKA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7744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Finans, bir ERP’nin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en affetmez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alanıdır.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Bağımsız ve bilinçli olarak dar: en zor kararların üzerinde bizzat biz çalışırız.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ABD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2021’DEN BERİ BAĞIMSIZ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KONUMLANMA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Derinlik bir tercihtir,</a:t>
            </a:r>
            <a:endParaRPr lang="en-US" sz="3800" dirty="0"/>
          </a:p>
          <a:p>
            <a:pPr indent="0" marL="0">
              <a:lnSpc>
                <a:spcPts val="4408"/>
              </a:lnSpc>
              <a:buNone/>
            </a:pPr>
            <a:r>
              <a:rPr lang="en-US" sz="3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kısıt değil.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satılır, her alana ayrı uzman aranır — ve en zor karar, o konuyu en az görmüş kişiye kalır.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işi almamız, o işin en zor kısmını dışarıya devretmeyeceğimiz anlamına gelir.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ALIŞILMIŞ BİÇİM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 kapsam · ödünç derinlik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BİZİM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kapsam · sahiplenilen derinlik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 ve hesap planı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Maliyet, kârlılık ve proje muhasebesi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Kapanış, paralel adımlara ayrılmış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modeli, savunulan değil ölçülen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07808" y="532180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6660" y="52806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936992" y="51983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verinizle kalibre edilmiş otomasyon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ÇÖZMEK ÜZERE ÇAĞRILDIĞIMIZ SORUN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En pahalı kararlar en başta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alınır — en az şeyin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bilindiği anda.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Şirket yapısı. Geçiş yöntemi. Bulut modeli. İlk haftalarda karara bağlanır, on yıl boyunca yaşanır.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Ölçmeden verilen tavsiye bir tahmindir; sonucuna siz katlanırsınız.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KARARI GERİ ALMANIN ZORLUĞU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KURULUM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CANLI KULLANIM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burada verilir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burada yaşanır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NEREDE DURUYORUZ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Yalnızca birlikte anlam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kazanan üç disiplin.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sorunlarının çoğu bu üçünün arasındaki dikişlerde durur.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FİNANS SÜRECİ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Defterlerin gerçekte nasıl kapandığı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 — yapı, maliyet, marj, kapanış.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Üzerinde koşmak zorunda olduğu zemin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ve Public Cloud — savunulan değil, karşılaştırılan.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OTOMASYON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Elle yapılmaktan çıkabilecek işler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Mutabakat, anomali tespiti, tahmine dayalı muhasebe — açmadan önce ölçülen.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Üçüncü yılda hâlâ doğru görünen bir karar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ILKESI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Öneride bulunmadan önce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sistemi okuruz.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ANLATILDIĞI HÂLİ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SÜRECİN İŞLEDİĞİ HÂLİ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bulgular bu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farkın içindedir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Kullanım istatistikleri. Veri kalitesi. Custom kod. Kapanış süreleri.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Sistemin ne yaptığı — dokümanın ne dediği değil. Aradaki fark, çoğu zaman sorunun kendisidir.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çalışma bir değerlendirmeyle başlar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HAFTA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SIZIN YERINIZE VERMEYECEĞIMIZ KARAR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modeli satmıyoruz.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Hangisi olduğunuzu ölçüyoruz.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Standardı siz benimsersiniz.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 ve düşük işletme yükü — değiştiremeyeceğiniz bir çekirdek karşılığında.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ay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kurulumu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Süreç mantığınızı korursunuz.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Kendi geliştirmeleriniz kalır — daha fazla sorumluluk ve daha uzun kurulum karşılığında.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ay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kapsama ve devralınan yapıya göre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74056" y="365760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TAKAS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Biri diğerinin gelişmiş sürümü değildir. İki modelin kısıtlarını yan yana koyarız; karar sizde kalır.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İŞ NASIL ILERLER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öncekiler kapanmadan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hiçbir şey başlamaz.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adımın çıktısı baştan bellidir. Her kapıda devam kararı yeniden verilir.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Teşhis raporu, sistem verisinden okunmuş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yol haritası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 ve fazlı yol haritası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Çalışan sistem, test kayıtları, devreye alma planı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KAPI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İlk kapanış birlikte, iyileştirme listesi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DEĞER NEREDE GÖRÜNÜR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Uzmanlık, ancak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değiştirdiği kadar değerlidir.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 GETİRİYORUZ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BUNUNLA NE YAPIYORUZ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İÇİN NE DEĞİŞİYOR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ve CO’da derinlik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Kapanışı paralel işleyecek biçimde yeniden kurmak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Yalnızca kısa değil, öngörülebilir bir kapanış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Bulut modellerinde tarafsız okuma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 standart kapsamla ölçmek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Projenin ortasında ayakta kalan model kararı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Saatlerin gerçekten olduğu yere konmuş yapay zeka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Eşikleri kendi verinizle kalibre etmek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Ekip, eşleştirme yerine istisna inceler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YETKINLIKLER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Sorduğunuz asıl sorunun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etrafında düzenlendi.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13969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73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322576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Kendi rakamlarımıza güvenebilir miyiz?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23682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FİNANS MODÜLLERİ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6151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PS; beş paralel yapı değil, tek mimari.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2962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4154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9848" y="3090672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S/4HANA’ya hangi yoldan gideceğiz?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3136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S/4HANA DÖNÜŞÜMÜ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338328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ya da seçici geçiş — kanıta dayanarak.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73075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0964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9848" y="3858768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Standart bize gerçekten yetiyor mu?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90448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PUBLIC CLOUD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151376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Süreçlerinizin ne kadarı standarda oturuyor.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4988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77774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69848" y="462686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Süreci bırakmadan buluta geçilir mi?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6725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PRIVATE CLOUD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491947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Mimari, göç ve RISE’ın açık bıraktığı sorumluluk sınırları.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26694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69848" y="5394960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yapay zekanın hangisi bizim için gerçek?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544068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FİNANSTA YAPAY ZEKA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56875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Verinizin ve disiplininizin gerçekten taşıdığı yetenekler.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UYGULAMALI YAPAY ZEKA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64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zekayı iki yerde kullanırız:</a:t>
            </a:r>
            <a:endParaRPr lang="en-US" sz="2900" dirty="0"/>
          </a:p>
          <a:p>
            <a:pPr indent="0" marL="0">
              <a:lnSpc>
                <a:spcPts val="3364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sizin süreçlerinizde ve kendi işimizde.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FİNANS SÜREÇLERİNİZDE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SAP’nin içine yerleşik, ayrıca satın alınan değil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Akıllı eşleştirme — kalemler otomatik kapatılır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Anomali tespiti — kapanıştan sonra değil, önce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Tahmine dayalı muhasebe — dönem içinde görünür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77240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51560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— doğal dille sorgulama ve gezinme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659575" y="2340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KENDİ ÇALIŞMA ŞEKLİMİZDE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59575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Hacimli işlerde, karar gerektiren yerlerde değil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59575" y="3145536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9575" y="335584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3291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kod envanteri ve etki analizi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39959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39319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59575" y="463600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933895" y="45720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Migrasyon mutabakat kontrolleri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59575" y="527608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933895" y="5212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Konfigürasyon dokümanlarının ilk sürümleri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77240" y="5687568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581558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Kayıt üreten hiçbir karar insan denetimi olmadan kesinleşmez.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SINIRLAR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uzmanlık, dışarıda</a:t>
            </a:r>
            <a:endParaRPr lang="en-US" sz="3000" dirty="0"/>
          </a:p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bıraktıklarıyla tanımlanır.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Neyi yapmadığımız, ne yaptığımız kadar önemlidir.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 bize iş kaybettirir. Aldığımız işi bitirmemizin sebebi de budur.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modüller — lojistik, üretim planlama, İK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 ya da teslim sorumluluğu olmadan kaynak sağlama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Değerlendirme yapılmadan verilen kesin taahhütler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Yazılım geliştirme ya da altyapı işletim hizmeti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BIÇIMLERI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9692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Üç biçim. Hangisinin uygun olduğu</a:t>
            </a:r>
            <a:endParaRPr lang="en-US" sz="3100" dirty="0"/>
          </a:p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 görüşmede belli olur.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vermeniz gerekiyor, elinizde veri yok.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Sonunda karar verebilecek durumda olursunuz.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 teslimi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verilmiş; uygulanması gerekiyor.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Fazlı plan, haftalık rapor, hypercare dahil.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 desteği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Projeyi başkası yürütüyor, tek noktada derinlik gerekiyor.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Sınırlı kapsam, baştan anlaşılmış çıktı.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Gün – hafta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692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ihtiyaç tam kapsamlı bir proje gerektirmez.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Deneyimin geldiği</a:t>
            </a:r>
            <a:endParaRPr lang="en-US" sz="3300" dirty="0"/>
          </a:p>
          <a:p>
            <a:pPr indent="0" marL="0">
              <a:lnSpc>
                <a:spcPts val="3828"/>
              </a:lnSpc>
              <a:buNone/>
            </a:pPr>
            <a:r>
              <a:rPr lang="en-US" sz="3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kurumsal yapılar.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60704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finans modülleri ve bulut mimarisinde on yılı aşkın deneyim.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NEDEN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Teklifte adı geçen kişiler,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projeye gelen kişilerdir.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YALNIZCA KIDEMLİ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Tanıştığınız danışman, projede çalışan kişidir.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TASARIM GEREĞİ DAR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ve bulut mimarisi. Zor kısım bizde kalır.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TARAFSIZ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karşılaştırırız, siz karar verirsiniz, gerekçe yazılı kalır.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FAZLI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kadroyla değil, fazlarla büyür.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Bir iş günü içinde dönüş yapıyoruz.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Pzt–Cum,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ve RISE with SAP, SAP SE’nin tescilli markalarıdır. CPeak Consultancy bağımsız bir danışmanlık şirketidir ve SAP SE ile bağlantılı değildir.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2026-09-05T17:35:53Z</dcterms:created>
  <dcterms:modified xsi:type="dcterms:W3CDTF">2026-09-05T17:35:53Z</dcterms:modified>
</cp:coreProperties>
</file>